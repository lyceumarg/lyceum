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Nombre del curso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Esta primera diapositiva define el nombre del curso — el texto del título grande, sea cual sea el diseño que uses acá.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USAR ESTA PLANTILLA (borrar antes de importar)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Usá una diapositiva con diseño "Encabezado de sección" para arrancar un módulo nuevo.</a:t>
            </a:r>
          </a:p>
          <a:p>
            <a:r>
              <a:t>El resto de las diapositivas (diseño "Título y contenido") se convierten en lecciones — el título de la diapositiva es el título de la lección.</a:t>
            </a:r>
          </a:p>
          <a:p>
            <a:r>
              <a:t>Para un Destacado, un Caso práctico o una Pregunta, escribí el marcador al principio del TÍTULO de la diapositiva (no en el cuerpo). Ver los ejemplos más 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1: nombre del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Nombre de la lección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contenido de la diapositiva se convierte en el texto de la lección.</a:t>
            </a:r>
          </a:p>
          <a:p>
            <a:r>
              <a:t>Cada párrafo del cuadro de contenido es un párrafo de la lección.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[DESTACADO] Título del destacado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texto arma un recuadro destacado.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[CASO PRÁCTICO] Título del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texto arma el recuadro de caso práctico.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[PREGUNTA] Enunciado de la pregunta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Primera opción</a:t>
            </a:r>
          </a:p>
          <a:p>
            <a:r>
              <a:t>Segunda opción (correcta)</a:t>
            </a:r>
          </a:p>
          <a:p>
            <a:r>
              <a:t>Tercera opción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2: nombre del segundo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Nombre de la lección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"Encabezado de sección" nuevo arranca un módulo nuevo. Agregá tantos módulos y lecciones como necesites.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